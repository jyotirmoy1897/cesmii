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57AC9-45A2-4445-ECC9-85D071D80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34A46-AD84-97BF-1967-F545F430D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B2826-A845-9C43-F1A2-05FCC94B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16676-0EBE-7A54-8DF1-B8DDBF8F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6C912-EC62-E9D1-7285-A2F89BE70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4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EC26-5EEB-07C5-3ADC-DD96646D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1DC0-4EA9-ED44-4422-F6ADB0BF7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0DC0F-A760-D237-CBF8-B1179E1F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544A7-A6E4-3EDA-EBA0-5259A407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B4B4E-C143-78B9-0C71-9179F625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9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9797-E7B2-26D5-4E9D-F9D0B024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01198-D32C-D386-0E8B-049EF51DC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C25DA-A495-1650-9F51-1627F9B0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CF6BF-BE2F-AC31-3250-239C253E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A14A7-717C-04A0-0302-EE00BDD8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1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AB9-0597-5683-4C74-580FFA53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DCB90-D889-E7CE-5D2E-CC0A53A38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D4599-C38F-46FE-8D27-D103B3EA7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1636F-89DB-E0A4-52CF-1CC74BF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AEBC3-A71F-7187-BE2A-36CDABDC7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F44C7-C55E-D911-EF8E-63DF77BA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9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87A48-AB91-372C-DDF7-CA0B9424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19D05-B612-F2D6-BCB7-D4E5223E3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00D87-B1B0-968F-B536-5516E39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CBAC41-EC50-335A-5F44-C79C52231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399B4-4E55-8437-E32E-0D4BF779E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80664-CA0B-2244-5BE5-D9228C8E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344F3E-F57D-0532-50F5-45F66A0A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66358-2567-58D5-28D1-D40D7C041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1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805C-4182-7299-54E7-9BAFE48F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70277-6320-3633-AE22-A1E3B585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E3539-7FE9-F718-EC2B-1218200D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1C5BF-8466-F249-0727-4BD517B7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3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2A5C48-BCDC-CD1D-F9CD-A94D3CB63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6A0AA-C951-2C2F-B532-82A85AF7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E16B3-8DD8-C4B6-E8BF-5CA9A647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6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71D7-C541-9320-D76F-533ADE1BB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8BB17-A9EF-8C5B-854E-1E31B5A6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884C3-8528-615D-3C34-1ED6BFFE2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F0A43-ACDC-9CF6-2835-6C5B33E8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BAB20-C5AA-ADC9-C10C-AC308B41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4B141-27AD-1C20-AF29-AE1D2C15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9A3B1-97CB-3B04-D4FE-A4FA34CA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90B6CF-A7F5-3139-1A93-D19609C3F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765F2-599B-4204-6DF0-8EB55248D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D370C-C250-6DB8-5FE7-C8618CBA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70FC7-41A5-7697-746E-1C22E403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09EC6-4F9F-C3D3-517F-AA57D1F6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05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1BF7-BF45-2519-7DE3-BC7E3AC5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23F5E-DB44-8B95-AA62-10576368A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F0876-56C0-EB86-D25D-25015B75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021E1-E247-BDF8-3FD6-84E586BA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E97CB-10A1-D48C-1EE5-A26943A8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0C631-371B-65D3-BBED-0E016414C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71980-4021-9FF0-DC07-9384753B8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72535-C67A-A1C0-952A-D7C27F26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FB14E-23AB-29ED-6362-93890E3D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3DCE6-876A-4B0E-6ECF-994821FD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1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80826-6F84-78FE-6F61-FD1258FE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B7BBB-5846-49C2-95EF-BFAE8F012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F320E-A39A-66A3-9F11-91EE51EFF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0A608-E9EC-4131-98E8-67FFB05C26ED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41FC8-5D28-A1B4-E538-68E9426A6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920BC-33A6-6085-833C-54947886C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AF884-D507-453B-955A-F087B847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1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0" Type="http://schemas.openxmlformats.org/officeDocument/2006/relationships/hyperlink" Target="http://commons.wikimedia.org/wiki/File:Texas_A&amp;M_University_logo.svg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3.0/" TargetMode="External"/><Relationship Id="rId7" Type="http://schemas.openxmlformats.org/officeDocument/2006/relationships/image" Target="../media/image12.jpg"/><Relationship Id="rId2" Type="http://schemas.openxmlformats.org/officeDocument/2006/relationships/hyperlink" Target="http://commons.wikimedia.org/wiki/File:Texas_A&amp;M_University_logo.sv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E5ABC47-CEC8-A47A-25FD-43E316B59BAB}"/>
              </a:ext>
            </a:extLst>
          </p:cNvPr>
          <p:cNvGrpSpPr/>
          <p:nvPr/>
        </p:nvGrpSpPr>
        <p:grpSpPr>
          <a:xfrm>
            <a:off x="518474" y="453169"/>
            <a:ext cx="10944520" cy="4712720"/>
            <a:chOff x="518474" y="453169"/>
            <a:chExt cx="10944520" cy="471272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696E7B3-0F79-BABB-39CB-4B64DFBBBCD0}"/>
                </a:ext>
              </a:extLst>
            </p:cNvPr>
            <p:cNvGrpSpPr/>
            <p:nvPr/>
          </p:nvGrpSpPr>
          <p:grpSpPr>
            <a:xfrm>
              <a:off x="518474" y="453169"/>
              <a:ext cx="10944520" cy="4712720"/>
              <a:chOff x="518474" y="453169"/>
              <a:chExt cx="10944520" cy="4712720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55AA5D5-A069-E9E0-F565-BBBFA0D7E37F}"/>
                  </a:ext>
                </a:extLst>
              </p:cNvPr>
              <p:cNvSpPr/>
              <p:nvPr/>
            </p:nvSpPr>
            <p:spPr>
              <a:xfrm>
                <a:off x="518474" y="537328"/>
                <a:ext cx="10944520" cy="4628561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" name="Picture 4" descr="A picture containing logo&#10;&#10;Description automatically generated">
                <a:extLst>
                  <a:ext uri="{FF2B5EF4-FFF2-40B4-BE49-F238E27FC236}">
                    <a16:creationId xmlns:a16="http://schemas.microsoft.com/office/drawing/2014/main" id="{ED701C2D-0A35-5E98-9047-DC590BEB2E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192075" y="1459495"/>
                <a:ext cx="8085525" cy="2116170"/>
              </a:xfrm>
              <a:prstGeom prst="rect">
                <a:avLst/>
              </a:prstGeom>
            </p:spPr>
          </p:pic>
          <p:pic>
            <p:nvPicPr>
              <p:cNvPr id="10" name="Picture 9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F66F5835-8053-C968-DEDA-A1938443F2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7110" t="11188" r="29833" b="10121"/>
              <a:stretch/>
            </p:blipFill>
            <p:spPr>
              <a:xfrm>
                <a:off x="2910322" y="2668109"/>
                <a:ext cx="755721" cy="1192213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215CFB-58D8-7B82-71D5-2E0D4AFDE6A2}"/>
                  </a:ext>
                </a:extLst>
              </p:cNvPr>
              <p:cNvSpPr txBox="1"/>
              <p:nvPr/>
            </p:nvSpPr>
            <p:spPr>
              <a:xfrm>
                <a:off x="2741426" y="3797561"/>
                <a:ext cx="109351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chemeClr val="accent1"/>
                    </a:solidFill>
                  </a:rPr>
                  <a:t>User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487664-EE8F-ED81-943C-D7D46E824A02}"/>
                  </a:ext>
                </a:extLst>
              </p:cNvPr>
              <p:cNvSpPr txBox="1"/>
              <p:nvPr/>
            </p:nvSpPr>
            <p:spPr>
              <a:xfrm>
                <a:off x="5024486" y="582406"/>
                <a:ext cx="37943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u="sng" dirty="0">
                    <a:solidFill>
                      <a:schemeClr val="accent1"/>
                    </a:solidFill>
                  </a:rPr>
                  <a:t>Example Shop Floor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9D7138-8448-7643-C435-D67927C9432D}"/>
                  </a:ext>
                </a:extLst>
              </p:cNvPr>
              <p:cNvSpPr txBox="1"/>
              <p:nvPr/>
            </p:nvSpPr>
            <p:spPr>
              <a:xfrm>
                <a:off x="3626271" y="3662048"/>
                <a:ext cx="635366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u="sng" dirty="0"/>
                  <a:t>Health and Performance Monitoring </a:t>
                </a:r>
              </a:p>
              <a:p>
                <a:pPr algn="ctr"/>
                <a:r>
                  <a:rPr lang="en-US" sz="2800" b="1" u="sng" dirty="0"/>
                  <a:t>of Machines</a:t>
                </a:r>
              </a:p>
            </p:txBody>
          </p:sp>
          <p:pic>
            <p:nvPicPr>
              <p:cNvPr id="16" name="Graphic 15" descr="Cloud with solid fill">
                <a:extLst>
                  <a:ext uri="{FF2B5EF4-FFF2-40B4-BE49-F238E27FC236}">
                    <a16:creationId xmlns:a16="http://schemas.microsoft.com/office/drawing/2014/main" id="{DD3BF7D2-9296-631E-3E2D-F9CC9FA0E1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87124" y="45316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12890D-3029-38B0-3F15-6C8B7A10FFFC}"/>
                  </a:ext>
                </a:extLst>
              </p:cNvPr>
              <p:cNvSpPr txBox="1"/>
              <p:nvPr/>
            </p:nvSpPr>
            <p:spPr>
              <a:xfrm>
                <a:off x="646673" y="1216000"/>
                <a:ext cx="17375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chemeClr val="accent1"/>
                    </a:solidFill>
                  </a:rPr>
                  <a:t>Cloud based Deployment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1DFE402-ABF2-EBFF-5DA8-FB2C2E299611}"/>
                  </a:ext>
                </a:extLst>
              </p:cNvPr>
              <p:cNvCxnSpPr/>
              <p:nvPr/>
            </p:nvCxnSpPr>
            <p:spPr>
              <a:xfrm>
                <a:off x="2554664" y="537328"/>
                <a:ext cx="0" cy="4628561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884174-35B4-6A76-604C-21011307E832}"/>
                  </a:ext>
                </a:extLst>
              </p:cNvPr>
              <p:cNvSpPr txBox="1"/>
              <p:nvPr/>
            </p:nvSpPr>
            <p:spPr>
              <a:xfrm>
                <a:off x="729006" y="1974975"/>
                <a:ext cx="1694633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Turn raw data into interactive data stories and visualization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Interactive and Intuitive Interface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Generate deeper insights, infer patterns, and help in decision-making at various levels</a:t>
                </a: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456B0B9E-6C26-4097-E2B7-03BBC22D4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662997" y="3787374"/>
                <a:ext cx="828781" cy="828781"/>
              </a:xfrm>
              <a:prstGeom prst="rect">
                <a:avLst/>
              </a:prstGeom>
            </p:spPr>
          </p:pic>
          <p:pic>
            <p:nvPicPr>
              <p:cNvPr id="25" name="Graphic 24" descr="Lights On with solid fill">
                <a:extLst>
                  <a:ext uri="{FF2B5EF4-FFF2-40B4-BE49-F238E27FC236}">
                    <a16:creationId xmlns:a16="http://schemas.microsoft.com/office/drawing/2014/main" id="{95E98DB6-83FA-0B6B-53DB-22C2763650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543563" y="3804475"/>
                <a:ext cx="669252" cy="669252"/>
              </a:xfrm>
              <a:prstGeom prst="rect">
                <a:avLst/>
              </a:prstGeom>
            </p:spPr>
          </p:pic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8272983-6E5D-C8FE-2FDF-0C0C57FBB18E}"/>
                </a:ext>
              </a:extLst>
            </p:cNvPr>
            <p:cNvGrpSpPr/>
            <p:nvPr/>
          </p:nvGrpSpPr>
          <p:grpSpPr>
            <a:xfrm>
              <a:off x="2575874" y="582406"/>
              <a:ext cx="1789561" cy="826198"/>
              <a:chOff x="3618526" y="1555424"/>
              <a:chExt cx="5223816" cy="250753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B941017-C403-8FC5-D940-AD5BB3B5A6F0}"/>
                  </a:ext>
                </a:extLst>
              </p:cNvPr>
              <p:cNvSpPr/>
              <p:nvPr/>
            </p:nvSpPr>
            <p:spPr>
              <a:xfrm>
                <a:off x="3618526" y="1555424"/>
                <a:ext cx="5223816" cy="250753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4472C4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" name="Picture 3" descr="Logo&#10;&#10;Description automatically generated">
                <a:extLst>
                  <a:ext uri="{FF2B5EF4-FFF2-40B4-BE49-F238E27FC236}">
                    <a16:creationId xmlns:a16="http://schemas.microsoft.com/office/drawing/2014/main" id="{9EF09DB7-9290-BE52-C285-7474E05AED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/>
                  </a:ext>
                  <a:ext uri="{837473B0-CC2E-450A-ABE3-18F120FF3D39}">
                    <a1611:picAttrSrcUrl xmlns:a1611="http://schemas.microsoft.com/office/drawing/2016/11/main" r:id="rId10"/>
                  </a:ext>
                </a:extLst>
              </a:blip>
              <a:stretch>
                <a:fillRect/>
              </a:stretch>
            </p:blipFill>
            <p:spPr>
              <a:xfrm>
                <a:off x="3750864" y="2843907"/>
                <a:ext cx="1348419" cy="1108171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</p:pic>
          <p:pic>
            <p:nvPicPr>
              <p:cNvPr id="6" name="Picture 5" descr="Logo, company name&#10;&#10;Description automatically generated">
                <a:extLst>
                  <a:ext uri="{FF2B5EF4-FFF2-40B4-BE49-F238E27FC236}">
                    <a16:creationId xmlns:a16="http://schemas.microsoft.com/office/drawing/2014/main" id="{E9CD83B6-B5C6-8F4A-625A-04B4167178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18810" b="18810"/>
              <a:stretch/>
            </p:blipFill>
            <p:spPr>
              <a:xfrm>
                <a:off x="5316205" y="2771481"/>
                <a:ext cx="1892622" cy="1180598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</p:pic>
          <p:pic>
            <p:nvPicPr>
              <p:cNvPr id="7" name="Picture 6" descr="Logo&#10;&#10;Description automatically generated">
                <a:extLst>
                  <a:ext uri="{FF2B5EF4-FFF2-40B4-BE49-F238E27FC236}">
                    <a16:creationId xmlns:a16="http://schemas.microsoft.com/office/drawing/2014/main" id="{32CAF360-4189-8020-B39F-351C9DA0A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286648" y="2843906"/>
                <a:ext cx="1405992" cy="1108171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</p:pic>
          <p:pic>
            <p:nvPicPr>
              <p:cNvPr id="8" name="Picture 7" descr="Logo, company name&#10;&#10;Description automatically generated">
                <a:extLst>
                  <a:ext uri="{FF2B5EF4-FFF2-40B4-BE49-F238E27FC236}">
                    <a16:creationId xmlns:a16="http://schemas.microsoft.com/office/drawing/2014/main" id="{3732CE89-B9AD-C6C1-FB8D-265D3FB0D1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750864" y="1692612"/>
                <a:ext cx="4941776" cy="963037"/>
              </a:xfrm>
              <a:prstGeom prst="rect">
                <a:avLst/>
              </a:prstGeom>
              <a:ln>
                <a:solidFill>
                  <a:srgbClr val="4472C4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2295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174922-2953-54B4-C4E8-09F12C200724}"/>
              </a:ext>
            </a:extLst>
          </p:cNvPr>
          <p:cNvSpPr txBox="1"/>
          <p:nvPr/>
        </p:nvSpPr>
        <p:spPr>
          <a:xfrm>
            <a:off x="0" y="6627168"/>
            <a:ext cx="30796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2" tooltip="http://commons.wikimedia.org/wiki/File:Texas_A&amp;M_University_logo.sv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3" tooltip="https://creativecommons.org/licenses/by-sa/3.0/"/>
              </a:rPr>
              <a:t>CC BY-SA</a:t>
            </a:r>
            <a:endParaRPr lang="en-US" sz="9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106619-5612-34DD-730E-0D4F5A7D251D}"/>
              </a:ext>
            </a:extLst>
          </p:cNvPr>
          <p:cNvGrpSpPr/>
          <p:nvPr/>
        </p:nvGrpSpPr>
        <p:grpSpPr>
          <a:xfrm>
            <a:off x="3618526" y="1555424"/>
            <a:ext cx="5223816" cy="2507530"/>
            <a:chOff x="3618526" y="1555424"/>
            <a:chExt cx="5223816" cy="25075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5BF589-67D0-BD41-BC7B-989CD1A22648}"/>
                </a:ext>
              </a:extLst>
            </p:cNvPr>
            <p:cNvSpPr/>
            <p:nvPr/>
          </p:nvSpPr>
          <p:spPr>
            <a:xfrm>
              <a:off x="3618526" y="1555424"/>
              <a:ext cx="5223816" cy="250753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Logo&#10;&#10;Description automatically generated">
              <a:extLst>
                <a:ext uri="{FF2B5EF4-FFF2-40B4-BE49-F238E27FC236}">
                  <a16:creationId xmlns:a16="http://schemas.microsoft.com/office/drawing/2014/main" id="{BAD65F9D-6624-65CA-E3DE-BD31C279C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"/>
                </a:ext>
              </a:extLst>
            </a:blip>
            <a:stretch>
              <a:fillRect/>
            </a:stretch>
          </p:blipFill>
          <p:spPr>
            <a:xfrm>
              <a:off x="3750864" y="2843907"/>
              <a:ext cx="1348419" cy="1108171"/>
            </a:xfrm>
            <a:prstGeom prst="rect">
              <a:avLst/>
            </a:prstGeom>
          </p:spPr>
        </p:pic>
        <p:pic>
          <p:nvPicPr>
            <p:cNvPr id="6" name="Picture 5" descr="Logo, company name&#10;&#10;Description automatically generated">
              <a:extLst>
                <a:ext uri="{FF2B5EF4-FFF2-40B4-BE49-F238E27FC236}">
                  <a16:creationId xmlns:a16="http://schemas.microsoft.com/office/drawing/2014/main" id="{576A2419-5059-CE83-1D8C-6300CD5668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810" b="18810"/>
            <a:stretch/>
          </p:blipFill>
          <p:spPr>
            <a:xfrm>
              <a:off x="5316205" y="2771481"/>
              <a:ext cx="1892622" cy="1180598"/>
            </a:xfrm>
            <a:prstGeom prst="rect">
              <a:avLst/>
            </a:prstGeom>
          </p:spPr>
        </p:pic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173950FB-5E96-B918-189F-CDB4CC972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6648" y="2843906"/>
              <a:ext cx="1405992" cy="1108171"/>
            </a:xfrm>
            <a:prstGeom prst="rect">
              <a:avLst/>
            </a:prstGeom>
          </p:spPr>
        </p:pic>
        <p:pic>
          <p:nvPicPr>
            <p:cNvPr id="12" name="Picture 11" descr="Logo, company name&#10;&#10;Description automatically generated">
              <a:extLst>
                <a:ext uri="{FF2B5EF4-FFF2-40B4-BE49-F238E27FC236}">
                  <a16:creationId xmlns:a16="http://schemas.microsoft.com/office/drawing/2014/main" id="{DDB0729A-B8F4-B3E5-06CC-8ADD01457D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447" b="36454"/>
            <a:stretch/>
          </p:blipFill>
          <p:spPr>
            <a:xfrm>
              <a:off x="3750864" y="1692612"/>
              <a:ext cx="4941776" cy="9630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52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50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Hanchate, Abhishek</dc:creator>
  <cp:lastModifiedBy>Hanchate, Abhishek</cp:lastModifiedBy>
  <cp:revision>4</cp:revision>
  <dcterms:created xsi:type="dcterms:W3CDTF">2022-06-10T12:17:31Z</dcterms:created>
  <dcterms:modified xsi:type="dcterms:W3CDTF">2023-02-09T09:36:04Z</dcterms:modified>
</cp:coreProperties>
</file>